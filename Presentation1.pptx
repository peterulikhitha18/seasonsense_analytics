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EA892-10A3-E8F7-672B-EA84EB275C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9557620-81D2-623C-11A0-79EA3233AB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59C2D23-B26A-5418-9E80-484359DAB216}"/>
              </a:ext>
            </a:extLst>
          </p:cNvPr>
          <p:cNvSpPr>
            <a:spLocks noGrp="1"/>
          </p:cNvSpPr>
          <p:nvPr>
            <p:ph type="dt" sz="half" idx="10"/>
          </p:nvPr>
        </p:nvSpPr>
        <p:spPr/>
        <p:txBody>
          <a:bodyPr/>
          <a:lstStyle/>
          <a:p>
            <a:fld id="{1A787C59-8EE6-4AD8-B57E-7B32E130DA64}" type="datetimeFigureOut">
              <a:rPr lang="en-IN" smtClean="0"/>
              <a:t>12-09-2026</a:t>
            </a:fld>
            <a:endParaRPr lang="en-IN"/>
          </a:p>
        </p:txBody>
      </p:sp>
      <p:sp>
        <p:nvSpPr>
          <p:cNvPr id="5" name="Footer Placeholder 4">
            <a:extLst>
              <a:ext uri="{FF2B5EF4-FFF2-40B4-BE49-F238E27FC236}">
                <a16:creationId xmlns:a16="http://schemas.microsoft.com/office/drawing/2014/main" id="{5F96EE9D-FB2D-B033-C823-4F955DDC99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94E3C2-B32E-F8EA-CD08-E546FBAB5DC0}"/>
              </a:ext>
            </a:extLst>
          </p:cNvPr>
          <p:cNvSpPr>
            <a:spLocks noGrp="1"/>
          </p:cNvSpPr>
          <p:nvPr>
            <p:ph type="sldNum" sz="quarter" idx="12"/>
          </p:nvPr>
        </p:nvSpPr>
        <p:spPr/>
        <p:txBody>
          <a:bodyPr/>
          <a:lstStyle/>
          <a:p>
            <a:fld id="{A08D61C0-7D71-47CD-B1B4-2D68E7A899E7}" type="slidenum">
              <a:rPr lang="en-IN" smtClean="0"/>
              <a:t>‹#›</a:t>
            </a:fld>
            <a:endParaRPr lang="en-IN"/>
          </a:p>
        </p:txBody>
      </p:sp>
    </p:spTree>
    <p:extLst>
      <p:ext uri="{BB962C8B-B14F-4D97-AF65-F5344CB8AC3E}">
        <p14:creationId xmlns:p14="http://schemas.microsoft.com/office/powerpoint/2010/main" val="2039391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63E2B-C005-98DB-8B33-B2B93CAE1EB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195707-CD68-1BC5-9AE4-137AB1DC8F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2F463B-0057-B072-0AD4-BF52B1D3FBE9}"/>
              </a:ext>
            </a:extLst>
          </p:cNvPr>
          <p:cNvSpPr>
            <a:spLocks noGrp="1"/>
          </p:cNvSpPr>
          <p:nvPr>
            <p:ph type="dt" sz="half" idx="10"/>
          </p:nvPr>
        </p:nvSpPr>
        <p:spPr/>
        <p:txBody>
          <a:bodyPr/>
          <a:lstStyle/>
          <a:p>
            <a:fld id="{1A787C59-8EE6-4AD8-B57E-7B32E130DA64}" type="datetimeFigureOut">
              <a:rPr lang="en-IN" smtClean="0"/>
              <a:t>12-09-2026</a:t>
            </a:fld>
            <a:endParaRPr lang="en-IN"/>
          </a:p>
        </p:txBody>
      </p:sp>
      <p:sp>
        <p:nvSpPr>
          <p:cNvPr id="5" name="Footer Placeholder 4">
            <a:extLst>
              <a:ext uri="{FF2B5EF4-FFF2-40B4-BE49-F238E27FC236}">
                <a16:creationId xmlns:a16="http://schemas.microsoft.com/office/drawing/2014/main" id="{5D949662-E6D9-87F8-A2C9-4BB406DE50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940A94-3A21-ED11-2D8C-638087847FE1}"/>
              </a:ext>
            </a:extLst>
          </p:cNvPr>
          <p:cNvSpPr>
            <a:spLocks noGrp="1"/>
          </p:cNvSpPr>
          <p:nvPr>
            <p:ph type="sldNum" sz="quarter" idx="12"/>
          </p:nvPr>
        </p:nvSpPr>
        <p:spPr/>
        <p:txBody>
          <a:bodyPr/>
          <a:lstStyle/>
          <a:p>
            <a:fld id="{A08D61C0-7D71-47CD-B1B4-2D68E7A899E7}" type="slidenum">
              <a:rPr lang="en-IN" smtClean="0"/>
              <a:t>‹#›</a:t>
            </a:fld>
            <a:endParaRPr lang="en-IN"/>
          </a:p>
        </p:txBody>
      </p:sp>
    </p:spTree>
    <p:extLst>
      <p:ext uri="{BB962C8B-B14F-4D97-AF65-F5344CB8AC3E}">
        <p14:creationId xmlns:p14="http://schemas.microsoft.com/office/powerpoint/2010/main" val="615648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0EA40-44E1-194B-2E4A-DD67C6FC57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047DA46-A7CA-D13C-8DD5-671D0D8982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18A834-8D5B-F302-2386-D71C1957D158}"/>
              </a:ext>
            </a:extLst>
          </p:cNvPr>
          <p:cNvSpPr>
            <a:spLocks noGrp="1"/>
          </p:cNvSpPr>
          <p:nvPr>
            <p:ph type="dt" sz="half" idx="10"/>
          </p:nvPr>
        </p:nvSpPr>
        <p:spPr/>
        <p:txBody>
          <a:bodyPr/>
          <a:lstStyle/>
          <a:p>
            <a:fld id="{1A787C59-8EE6-4AD8-B57E-7B32E130DA64}" type="datetimeFigureOut">
              <a:rPr lang="en-IN" smtClean="0"/>
              <a:t>12-09-2026</a:t>
            </a:fld>
            <a:endParaRPr lang="en-IN"/>
          </a:p>
        </p:txBody>
      </p:sp>
      <p:sp>
        <p:nvSpPr>
          <p:cNvPr id="5" name="Footer Placeholder 4">
            <a:extLst>
              <a:ext uri="{FF2B5EF4-FFF2-40B4-BE49-F238E27FC236}">
                <a16:creationId xmlns:a16="http://schemas.microsoft.com/office/drawing/2014/main" id="{519E8985-0CB6-F700-374F-E6D6513FAD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EBF779-4529-7FA7-DAA6-4E67A448DECC}"/>
              </a:ext>
            </a:extLst>
          </p:cNvPr>
          <p:cNvSpPr>
            <a:spLocks noGrp="1"/>
          </p:cNvSpPr>
          <p:nvPr>
            <p:ph type="sldNum" sz="quarter" idx="12"/>
          </p:nvPr>
        </p:nvSpPr>
        <p:spPr/>
        <p:txBody>
          <a:bodyPr/>
          <a:lstStyle/>
          <a:p>
            <a:fld id="{A08D61C0-7D71-47CD-B1B4-2D68E7A899E7}" type="slidenum">
              <a:rPr lang="en-IN" smtClean="0"/>
              <a:t>‹#›</a:t>
            </a:fld>
            <a:endParaRPr lang="en-IN"/>
          </a:p>
        </p:txBody>
      </p:sp>
    </p:spTree>
    <p:extLst>
      <p:ext uri="{BB962C8B-B14F-4D97-AF65-F5344CB8AC3E}">
        <p14:creationId xmlns:p14="http://schemas.microsoft.com/office/powerpoint/2010/main" val="727266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219B6-CEDE-1677-6210-CC6631EB99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4407822-4171-DD34-70E4-7E75350FAB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B110E66-647F-9615-2A4D-37E0661408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08A2270-719A-8199-3A2C-AB91070DE9C5}"/>
              </a:ext>
            </a:extLst>
          </p:cNvPr>
          <p:cNvSpPr>
            <a:spLocks noGrp="1"/>
          </p:cNvSpPr>
          <p:nvPr>
            <p:ph type="dt" sz="half" idx="10"/>
          </p:nvPr>
        </p:nvSpPr>
        <p:spPr/>
        <p:txBody>
          <a:bodyPr/>
          <a:lstStyle/>
          <a:p>
            <a:fld id="{1A787C59-8EE6-4AD8-B57E-7B32E130DA64}" type="datetimeFigureOut">
              <a:rPr lang="en-IN" smtClean="0"/>
              <a:t>12-09-2026</a:t>
            </a:fld>
            <a:endParaRPr lang="en-IN"/>
          </a:p>
        </p:txBody>
      </p:sp>
      <p:sp>
        <p:nvSpPr>
          <p:cNvPr id="6" name="Footer Placeholder 5">
            <a:extLst>
              <a:ext uri="{FF2B5EF4-FFF2-40B4-BE49-F238E27FC236}">
                <a16:creationId xmlns:a16="http://schemas.microsoft.com/office/drawing/2014/main" id="{324C506E-42C4-63D1-B248-20F2245F32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F1F539-AD59-8364-CBC8-A47E14E67511}"/>
              </a:ext>
            </a:extLst>
          </p:cNvPr>
          <p:cNvSpPr>
            <a:spLocks noGrp="1"/>
          </p:cNvSpPr>
          <p:nvPr>
            <p:ph type="sldNum" sz="quarter" idx="12"/>
          </p:nvPr>
        </p:nvSpPr>
        <p:spPr/>
        <p:txBody>
          <a:bodyPr/>
          <a:lstStyle/>
          <a:p>
            <a:fld id="{A08D61C0-7D71-47CD-B1B4-2D68E7A899E7}" type="slidenum">
              <a:rPr lang="en-IN" smtClean="0"/>
              <a:t>‹#›</a:t>
            </a:fld>
            <a:endParaRPr lang="en-IN"/>
          </a:p>
        </p:txBody>
      </p:sp>
    </p:spTree>
    <p:extLst>
      <p:ext uri="{BB962C8B-B14F-4D97-AF65-F5344CB8AC3E}">
        <p14:creationId xmlns:p14="http://schemas.microsoft.com/office/powerpoint/2010/main" val="7165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3147A-70EB-ED2F-DE22-5CEAA9686BD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AE09E9F-966B-54A1-EC80-878E27FCB2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CF37BD-F5FC-13DD-013E-594C38C763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2220F7D-E810-067B-7A40-2C59F6A52A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8CAA11-9D95-17E1-3CA8-6C723605B1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53E37A9-CE88-8F51-6C4B-7687D87576FA}"/>
              </a:ext>
            </a:extLst>
          </p:cNvPr>
          <p:cNvSpPr>
            <a:spLocks noGrp="1"/>
          </p:cNvSpPr>
          <p:nvPr>
            <p:ph type="dt" sz="half" idx="10"/>
          </p:nvPr>
        </p:nvSpPr>
        <p:spPr/>
        <p:txBody>
          <a:bodyPr/>
          <a:lstStyle/>
          <a:p>
            <a:fld id="{1A787C59-8EE6-4AD8-B57E-7B32E130DA64}" type="datetimeFigureOut">
              <a:rPr lang="en-IN" smtClean="0"/>
              <a:t>12-09-2026</a:t>
            </a:fld>
            <a:endParaRPr lang="en-IN"/>
          </a:p>
        </p:txBody>
      </p:sp>
      <p:sp>
        <p:nvSpPr>
          <p:cNvPr id="8" name="Footer Placeholder 7">
            <a:extLst>
              <a:ext uri="{FF2B5EF4-FFF2-40B4-BE49-F238E27FC236}">
                <a16:creationId xmlns:a16="http://schemas.microsoft.com/office/drawing/2014/main" id="{874ECC08-6270-B39F-A6E2-2E2E65D0912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D0A3AF6-42AD-2CCB-A02B-5839A8E8B741}"/>
              </a:ext>
            </a:extLst>
          </p:cNvPr>
          <p:cNvSpPr>
            <a:spLocks noGrp="1"/>
          </p:cNvSpPr>
          <p:nvPr>
            <p:ph type="sldNum" sz="quarter" idx="12"/>
          </p:nvPr>
        </p:nvSpPr>
        <p:spPr/>
        <p:txBody>
          <a:bodyPr/>
          <a:lstStyle/>
          <a:p>
            <a:fld id="{A08D61C0-7D71-47CD-B1B4-2D68E7A899E7}" type="slidenum">
              <a:rPr lang="en-IN" smtClean="0"/>
              <a:t>‹#›</a:t>
            </a:fld>
            <a:endParaRPr lang="en-IN"/>
          </a:p>
        </p:txBody>
      </p:sp>
    </p:spTree>
    <p:extLst>
      <p:ext uri="{BB962C8B-B14F-4D97-AF65-F5344CB8AC3E}">
        <p14:creationId xmlns:p14="http://schemas.microsoft.com/office/powerpoint/2010/main" val="798902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0BF81-1563-07DC-82AE-0134AFE3B7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A986588-4C2A-DF1F-2F6F-0191C88F7277}"/>
              </a:ext>
            </a:extLst>
          </p:cNvPr>
          <p:cNvSpPr>
            <a:spLocks noGrp="1"/>
          </p:cNvSpPr>
          <p:nvPr>
            <p:ph type="dt" sz="half" idx="10"/>
          </p:nvPr>
        </p:nvSpPr>
        <p:spPr/>
        <p:txBody>
          <a:bodyPr/>
          <a:lstStyle/>
          <a:p>
            <a:fld id="{1A787C59-8EE6-4AD8-B57E-7B32E130DA64}" type="datetimeFigureOut">
              <a:rPr lang="en-IN" smtClean="0"/>
              <a:t>12-09-2026</a:t>
            </a:fld>
            <a:endParaRPr lang="en-IN"/>
          </a:p>
        </p:txBody>
      </p:sp>
      <p:sp>
        <p:nvSpPr>
          <p:cNvPr id="4" name="Footer Placeholder 3">
            <a:extLst>
              <a:ext uri="{FF2B5EF4-FFF2-40B4-BE49-F238E27FC236}">
                <a16:creationId xmlns:a16="http://schemas.microsoft.com/office/drawing/2014/main" id="{8C2886ED-BA69-E531-5D12-146733E080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5FD1E73-6449-1B7E-5904-5539F0FB9547}"/>
              </a:ext>
            </a:extLst>
          </p:cNvPr>
          <p:cNvSpPr>
            <a:spLocks noGrp="1"/>
          </p:cNvSpPr>
          <p:nvPr>
            <p:ph type="sldNum" sz="quarter" idx="12"/>
          </p:nvPr>
        </p:nvSpPr>
        <p:spPr/>
        <p:txBody>
          <a:bodyPr/>
          <a:lstStyle/>
          <a:p>
            <a:fld id="{A08D61C0-7D71-47CD-B1B4-2D68E7A899E7}" type="slidenum">
              <a:rPr lang="en-IN" smtClean="0"/>
              <a:t>‹#›</a:t>
            </a:fld>
            <a:endParaRPr lang="en-IN"/>
          </a:p>
        </p:txBody>
      </p:sp>
    </p:spTree>
    <p:extLst>
      <p:ext uri="{BB962C8B-B14F-4D97-AF65-F5344CB8AC3E}">
        <p14:creationId xmlns:p14="http://schemas.microsoft.com/office/powerpoint/2010/main" val="3260147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4076F9-D9EB-052B-DE88-C4DF9F3EAB93}"/>
              </a:ext>
            </a:extLst>
          </p:cNvPr>
          <p:cNvSpPr>
            <a:spLocks noGrp="1"/>
          </p:cNvSpPr>
          <p:nvPr>
            <p:ph type="dt" sz="half" idx="10"/>
          </p:nvPr>
        </p:nvSpPr>
        <p:spPr/>
        <p:txBody>
          <a:bodyPr/>
          <a:lstStyle/>
          <a:p>
            <a:fld id="{1A787C59-8EE6-4AD8-B57E-7B32E130DA64}" type="datetimeFigureOut">
              <a:rPr lang="en-IN" smtClean="0"/>
              <a:t>12-09-2026</a:t>
            </a:fld>
            <a:endParaRPr lang="en-IN"/>
          </a:p>
        </p:txBody>
      </p:sp>
      <p:sp>
        <p:nvSpPr>
          <p:cNvPr id="3" name="Footer Placeholder 2">
            <a:extLst>
              <a:ext uri="{FF2B5EF4-FFF2-40B4-BE49-F238E27FC236}">
                <a16:creationId xmlns:a16="http://schemas.microsoft.com/office/drawing/2014/main" id="{B471CF7B-1358-F875-F4AE-DEE9DAFEBCD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1FA4390-055B-8383-E9BA-BB764B7A7580}"/>
              </a:ext>
            </a:extLst>
          </p:cNvPr>
          <p:cNvSpPr>
            <a:spLocks noGrp="1"/>
          </p:cNvSpPr>
          <p:nvPr>
            <p:ph type="sldNum" sz="quarter" idx="12"/>
          </p:nvPr>
        </p:nvSpPr>
        <p:spPr/>
        <p:txBody>
          <a:bodyPr/>
          <a:lstStyle/>
          <a:p>
            <a:fld id="{A08D61C0-7D71-47CD-B1B4-2D68E7A899E7}" type="slidenum">
              <a:rPr lang="en-IN" smtClean="0"/>
              <a:t>‹#›</a:t>
            </a:fld>
            <a:endParaRPr lang="en-IN"/>
          </a:p>
        </p:txBody>
      </p:sp>
    </p:spTree>
    <p:extLst>
      <p:ext uri="{BB962C8B-B14F-4D97-AF65-F5344CB8AC3E}">
        <p14:creationId xmlns:p14="http://schemas.microsoft.com/office/powerpoint/2010/main" val="4111793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85D59-DBDB-ADF4-A67C-C68CEA0AC5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668112D-B9A1-461D-007C-B899668B52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7F8E579-6878-097E-3B51-EA938E596C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FF0404-F3EF-383C-7D58-AC1EA1215F8C}"/>
              </a:ext>
            </a:extLst>
          </p:cNvPr>
          <p:cNvSpPr>
            <a:spLocks noGrp="1"/>
          </p:cNvSpPr>
          <p:nvPr>
            <p:ph type="dt" sz="half" idx="10"/>
          </p:nvPr>
        </p:nvSpPr>
        <p:spPr/>
        <p:txBody>
          <a:bodyPr/>
          <a:lstStyle/>
          <a:p>
            <a:fld id="{1A787C59-8EE6-4AD8-B57E-7B32E130DA64}" type="datetimeFigureOut">
              <a:rPr lang="en-IN" smtClean="0"/>
              <a:t>12-09-2026</a:t>
            </a:fld>
            <a:endParaRPr lang="en-IN"/>
          </a:p>
        </p:txBody>
      </p:sp>
      <p:sp>
        <p:nvSpPr>
          <p:cNvPr id="6" name="Footer Placeholder 5">
            <a:extLst>
              <a:ext uri="{FF2B5EF4-FFF2-40B4-BE49-F238E27FC236}">
                <a16:creationId xmlns:a16="http://schemas.microsoft.com/office/drawing/2014/main" id="{5D9E7DE8-DF27-206B-0A64-3A285833A2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00794D-17AE-149E-1644-DFD1612E186B}"/>
              </a:ext>
            </a:extLst>
          </p:cNvPr>
          <p:cNvSpPr>
            <a:spLocks noGrp="1"/>
          </p:cNvSpPr>
          <p:nvPr>
            <p:ph type="sldNum" sz="quarter" idx="12"/>
          </p:nvPr>
        </p:nvSpPr>
        <p:spPr/>
        <p:txBody>
          <a:bodyPr/>
          <a:lstStyle/>
          <a:p>
            <a:fld id="{A08D61C0-7D71-47CD-B1B4-2D68E7A899E7}" type="slidenum">
              <a:rPr lang="en-IN" smtClean="0"/>
              <a:t>‹#›</a:t>
            </a:fld>
            <a:endParaRPr lang="en-IN"/>
          </a:p>
        </p:txBody>
      </p:sp>
    </p:spTree>
    <p:extLst>
      <p:ext uri="{BB962C8B-B14F-4D97-AF65-F5344CB8AC3E}">
        <p14:creationId xmlns:p14="http://schemas.microsoft.com/office/powerpoint/2010/main" val="4070964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F490E-2FC6-3933-081A-A0955BA542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5E1D188-B955-7669-E3B9-4572832B4A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1CEE1EE-C8EE-2D53-6D3A-980F8FF112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664035-7A90-5342-BFDE-0A776277FF8A}"/>
              </a:ext>
            </a:extLst>
          </p:cNvPr>
          <p:cNvSpPr>
            <a:spLocks noGrp="1"/>
          </p:cNvSpPr>
          <p:nvPr>
            <p:ph type="dt" sz="half" idx="10"/>
          </p:nvPr>
        </p:nvSpPr>
        <p:spPr/>
        <p:txBody>
          <a:bodyPr/>
          <a:lstStyle/>
          <a:p>
            <a:fld id="{1A787C59-8EE6-4AD8-B57E-7B32E130DA64}" type="datetimeFigureOut">
              <a:rPr lang="en-IN" smtClean="0"/>
              <a:t>12-09-2026</a:t>
            </a:fld>
            <a:endParaRPr lang="en-IN"/>
          </a:p>
        </p:txBody>
      </p:sp>
      <p:sp>
        <p:nvSpPr>
          <p:cNvPr id="6" name="Footer Placeholder 5">
            <a:extLst>
              <a:ext uri="{FF2B5EF4-FFF2-40B4-BE49-F238E27FC236}">
                <a16:creationId xmlns:a16="http://schemas.microsoft.com/office/drawing/2014/main" id="{75A3A4B8-AFE5-49A3-FB02-0FD5627DA8F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65C234-6445-6B30-F133-2D347529BED8}"/>
              </a:ext>
            </a:extLst>
          </p:cNvPr>
          <p:cNvSpPr>
            <a:spLocks noGrp="1"/>
          </p:cNvSpPr>
          <p:nvPr>
            <p:ph type="sldNum" sz="quarter" idx="12"/>
          </p:nvPr>
        </p:nvSpPr>
        <p:spPr/>
        <p:txBody>
          <a:bodyPr/>
          <a:lstStyle/>
          <a:p>
            <a:fld id="{A08D61C0-7D71-47CD-B1B4-2D68E7A899E7}" type="slidenum">
              <a:rPr lang="en-IN" smtClean="0"/>
              <a:t>‹#›</a:t>
            </a:fld>
            <a:endParaRPr lang="en-IN"/>
          </a:p>
        </p:txBody>
      </p:sp>
    </p:spTree>
    <p:extLst>
      <p:ext uri="{BB962C8B-B14F-4D97-AF65-F5344CB8AC3E}">
        <p14:creationId xmlns:p14="http://schemas.microsoft.com/office/powerpoint/2010/main" val="3605264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BEC2-7434-056F-4BBA-38F23A2B83A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3C8FE1-4AAE-EF6A-A067-DE68238098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C8163A-D561-652A-0C3A-11F1CAB150FB}"/>
              </a:ext>
            </a:extLst>
          </p:cNvPr>
          <p:cNvSpPr>
            <a:spLocks noGrp="1"/>
          </p:cNvSpPr>
          <p:nvPr>
            <p:ph type="dt" sz="half" idx="10"/>
          </p:nvPr>
        </p:nvSpPr>
        <p:spPr/>
        <p:txBody>
          <a:bodyPr/>
          <a:lstStyle/>
          <a:p>
            <a:fld id="{1A787C59-8EE6-4AD8-B57E-7B32E130DA64}" type="datetimeFigureOut">
              <a:rPr lang="en-IN" smtClean="0"/>
              <a:t>12-09-2026</a:t>
            </a:fld>
            <a:endParaRPr lang="en-IN"/>
          </a:p>
        </p:txBody>
      </p:sp>
      <p:sp>
        <p:nvSpPr>
          <p:cNvPr id="5" name="Footer Placeholder 4">
            <a:extLst>
              <a:ext uri="{FF2B5EF4-FFF2-40B4-BE49-F238E27FC236}">
                <a16:creationId xmlns:a16="http://schemas.microsoft.com/office/drawing/2014/main" id="{7DB15CFA-4A72-5D15-1937-81FE9CD711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2F62F5-7A9A-DAF0-6DC9-0F62B3813F73}"/>
              </a:ext>
            </a:extLst>
          </p:cNvPr>
          <p:cNvSpPr>
            <a:spLocks noGrp="1"/>
          </p:cNvSpPr>
          <p:nvPr>
            <p:ph type="sldNum" sz="quarter" idx="12"/>
          </p:nvPr>
        </p:nvSpPr>
        <p:spPr/>
        <p:txBody>
          <a:bodyPr/>
          <a:lstStyle/>
          <a:p>
            <a:fld id="{A08D61C0-7D71-47CD-B1B4-2D68E7A899E7}" type="slidenum">
              <a:rPr lang="en-IN" smtClean="0"/>
              <a:t>‹#›</a:t>
            </a:fld>
            <a:endParaRPr lang="en-IN"/>
          </a:p>
        </p:txBody>
      </p:sp>
    </p:spTree>
    <p:extLst>
      <p:ext uri="{BB962C8B-B14F-4D97-AF65-F5344CB8AC3E}">
        <p14:creationId xmlns:p14="http://schemas.microsoft.com/office/powerpoint/2010/main" val="1664640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C769D4-2CF7-A456-9226-7FCB0B8B58F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0F2909B-0594-19B1-067E-C2F39EB677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E1CCB6-6CCD-6DD9-CE56-9B9B1DEC4196}"/>
              </a:ext>
            </a:extLst>
          </p:cNvPr>
          <p:cNvSpPr>
            <a:spLocks noGrp="1"/>
          </p:cNvSpPr>
          <p:nvPr>
            <p:ph type="dt" sz="half" idx="10"/>
          </p:nvPr>
        </p:nvSpPr>
        <p:spPr/>
        <p:txBody>
          <a:bodyPr/>
          <a:lstStyle/>
          <a:p>
            <a:fld id="{1A787C59-8EE6-4AD8-B57E-7B32E130DA64}" type="datetimeFigureOut">
              <a:rPr lang="en-IN" smtClean="0"/>
              <a:t>12-09-2026</a:t>
            </a:fld>
            <a:endParaRPr lang="en-IN"/>
          </a:p>
        </p:txBody>
      </p:sp>
      <p:sp>
        <p:nvSpPr>
          <p:cNvPr id="5" name="Footer Placeholder 4">
            <a:extLst>
              <a:ext uri="{FF2B5EF4-FFF2-40B4-BE49-F238E27FC236}">
                <a16:creationId xmlns:a16="http://schemas.microsoft.com/office/drawing/2014/main" id="{9E7E8AD9-1102-85CF-4D63-54DCFB762F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5FCC85-F6D8-CD6F-C424-B29849F5DDF2}"/>
              </a:ext>
            </a:extLst>
          </p:cNvPr>
          <p:cNvSpPr>
            <a:spLocks noGrp="1"/>
          </p:cNvSpPr>
          <p:nvPr>
            <p:ph type="sldNum" sz="quarter" idx="12"/>
          </p:nvPr>
        </p:nvSpPr>
        <p:spPr/>
        <p:txBody>
          <a:bodyPr/>
          <a:lstStyle/>
          <a:p>
            <a:fld id="{A08D61C0-7D71-47CD-B1B4-2D68E7A899E7}" type="slidenum">
              <a:rPr lang="en-IN" smtClean="0"/>
              <a:t>‹#›</a:t>
            </a:fld>
            <a:endParaRPr lang="en-IN"/>
          </a:p>
        </p:txBody>
      </p:sp>
    </p:spTree>
    <p:extLst>
      <p:ext uri="{BB962C8B-B14F-4D97-AF65-F5344CB8AC3E}">
        <p14:creationId xmlns:p14="http://schemas.microsoft.com/office/powerpoint/2010/main" val="41751053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E49267-310F-5D90-60A9-139666D263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8670EE-1B47-6726-E828-088B001FD5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D71B13-35F4-6D65-EF71-D7357A585F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787C59-8EE6-4AD8-B57E-7B32E130DA64}" type="datetimeFigureOut">
              <a:rPr lang="en-IN" smtClean="0"/>
              <a:t>12-09-2026</a:t>
            </a:fld>
            <a:endParaRPr lang="en-IN"/>
          </a:p>
        </p:txBody>
      </p:sp>
      <p:sp>
        <p:nvSpPr>
          <p:cNvPr id="5" name="Footer Placeholder 4">
            <a:extLst>
              <a:ext uri="{FF2B5EF4-FFF2-40B4-BE49-F238E27FC236}">
                <a16:creationId xmlns:a16="http://schemas.microsoft.com/office/drawing/2014/main" id="{880DFCDE-2ED8-AE4B-73D4-12502CBE8F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6517083-5189-AA71-C3B4-842A238EF3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8D61C0-7D71-47CD-B1B4-2D68E7A899E7}" type="slidenum">
              <a:rPr lang="en-IN" smtClean="0"/>
              <a:t>‹#›</a:t>
            </a:fld>
            <a:endParaRPr lang="en-IN"/>
          </a:p>
        </p:txBody>
      </p:sp>
    </p:spTree>
    <p:extLst>
      <p:ext uri="{BB962C8B-B14F-4D97-AF65-F5344CB8AC3E}">
        <p14:creationId xmlns:p14="http://schemas.microsoft.com/office/powerpoint/2010/main" val="1939620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peterulikhitha18/SeasonSense_Analytic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46F68-FBB3-59CA-8E61-C5316FA50A55}"/>
              </a:ext>
            </a:extLst>
          </p:cNvPr>
          <p:cNvSpPr>
            <a:spLocks noGrp="1"/>
          </p:cNvSpPr>
          <p:nvPr>
            <p:ph type="ctrTitle"/>
          </p:nvPr>
        </p:nvSpPr>
        <p:spPr>
          <a:xfrm>
            <a:off x="1524000" y="385011"/>
            <a:ext cx="9144000" cy="2622885"/>
          </a:xfrm>
        </p:spPr>
        <p:txBody>
          <a:bodyPr>
            <a:normAutofit fontScale="90000"/>
          </a:bodyPr>
          <a:lstStyle/>
          <a:p>
            <a:br>
              <a:rPr lang="en-IN" dirty="0"/>
            </a:br>
            <a:r>
              <a:rPr lang="en-IN" b="1" dirty="0" err="1"/>
              <a:t>SeasonSense</a:t>
            </a:r>
            <a:r>
              <a:rPr lang="en-IN" b="1" dirty="0"/>
              <a:t> Analytics: Seasonal Agriculture Performance Analysis</a:t>
            </a:r>
            <a:endParaRPr lang="en-IN" dirty="0"/>
          </a:p>
        </p:txBody>
      </p:sp>
      <p:sp>
        <p:nvSpPr>
          <p:cNvPr id="3" name="Subtitle 2">
            <a:extLst>
              <a:ext uri="{FF2B5EF4-FFF2-40B4-BE49-F238E27FC236}">
                <a16:creationId xmlns:a16="http://schemas.microsoft.com/office/drawing/2014/main" id="{9C874832-3BDF-4F51-65B3-5730EFF5B613}"/>
              </a:ext>
            </a:extLst>
          </p:cNvPr>
          <p:cNvSpPr>
            <a:spLocks noGrp="1"/>
          </p:cNvSpPr>
          <p:nvPr>
            <p:ph type="subTitle" idx="1"/>
          </p:nvPr>
        </p:nvSpPr>
        <p:spPr>
          <a:xfrm>
            <a:off x="850232" y="3978442"/>
            <a:ext cx="11341768" cy="2037347"/>
          </a:xfrm>
        </p:spPr>
        <p:txBody>
          <a:bodyPr>
            <a:normAutofit fontScale="77500" lnSpcReduction="20000"/>
          </a:bodyPr>
          <a:lstStyle/>
          <a:p>
            <a:r>
              <a:rPr lang="en-US" sz="5400" dirty="0"/>
              <a:t>Name : Likhitha</a:t>
            </a:r>
          </a:p>
          <a:p>
            <a:r>
              <a:rPr lang="en-US" sz="5400" dirty="0"/>
              <a:t>College : </a:t>
            </a:r>
            <a:r>
              <a:rPr lang="en-US" sz="5400" dirty="0" err="1"/>
              <a:t>GuruNanak</a:t>
            </a:r>
            <a:r>
              <a:rPr lang="en-US" sz="5400" dirty="0"/>
              <a:t> Institute of Technology</a:t>
            </a:r>
          </a:p>
          <a:p>
            <a:r>
              <a:rPr lang="en-IN" sz="5400" dirty="0"/>
              <a:t>AICTE STU ID : STU69b56c18e2ec81773497368</a:t>
            </a:r>
            <a:endParaRPr lang="en-US" sz="5400" dirty="0"/>
          </a:p>
        </p:txBody>
      </p:sp>
    </p:spTree>
    <p:extLst>
      <p:ext uri="{BB962C8B-B14F-4D97-AF65-F5344CB8AC3E}">
        <p14:creationId xmlns:p14="http://schemas.microsoft.com/office/powerpoint/2010/main" val="3811239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0D6BB-3FB5-F0F7-8B9D-236186EBE01A}"/>
              </a:ext>
            </a:extLst>
          </p:cNvPr>
          <p:cNvSpPr>
            <a:spLocks noGrp="1"/>
          </p:cNvSpPr>
          <p:nvPr>
            <p:ph type="title"/>
          </p:nvPr>
        </p:nvSpPr>
        <p:spPr/>
        <p:txBody>
          <a:bodyPr/>
          <a:lstStyle/>
          <a:p>
            <a:r>
              <a:rPr lang="en-US" dirty="0"/>
              <a:t>Problem Statement :</a:t>
            </a:r>
            <a:endParaRPr lang="en-IN" dirty="0"/>
          </a:p>
        </p:txBody>
      </p:sp>
      <p:sp>
        <p:nvSpPr>
          <p:cNvPr id="3" name="Content Placeholder 2">
            <a:extLst>
              <a:ext uri="{FF2B5EF4-FFF2-40B4-BE49-F238E27FC236}">
                <a16:creationId xmlns:a16="http://schemas.microsoft.com/office/drawing/2014/main" id="{52FEB01D-5404-267D-97EB-9641E39FBE32}"/>
              </a:ext>
            </a:extLst>
          </p:cNvPr>
          <p:cNvSpPr>
            <a:spLocks noGrp="1"/>
          </p:cNvSpPr>
          <p:nvPr>
            <p:ph idx="1"/>
          </p:nvPr>
        </p:nvSpPr>
        <p:spPr/>
        <p:txBody>
          <a:bodyPr>
            <a:normAutofit lnSpcReduction="10000"/>
          </a:bodyPr>
          <a:lstStyle/>
          <a:p>
            <a:r>
              <a:rPr lang="en-IN" b="1"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a:t>
            </a:r>
            <a:endParaRPr lang="en-IN" dirty="0"/>
          </a:p>
          <a:p>
            <a:r>
              <a:rPr lang="en-IN" b="1" dirty="0"/>
              <a:t>The project aims to </a:t>
            </a:r>
            <a:r>
              <a:rPr lang="en-IN" b="1" dirty="0" err="1"/>
              <a:t>analyze</a:t>
            </a:r>
            <a:r>
              <a:rPr lang="en-IN" b="1" dirty="0"/>
              <a:t> the given agricultural dataset and investigate seasonal differences in agricultural performance by identifying meaningful patterns, trends, relationships, and variations within the available data.</a:t>
            </a:r>
            <a:endParaRPr lang="en-IN" dirty="0"/>
          </a:p>
          <a:p>
            <a:endParaRPr lang="en-IN" dirty="0"/>
          </a:p>
        </p:txBody>
      </p:sp>
    </p:spTree>
    <p:extLst>
      <p:ext uri="{BB962C8B-B14F-4D97-AF65-F5344CB8AC3E}">
        <p14:creationId xmlns:p14="http://schemas.microsoft.com/office/powerpoint/2010/main" val="1021595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A8E87-2DBD-72C4-BFD5-5430B7276066}"/>
              </a:ext>
            </a:extLst>
          </p:cNvPr>
          <p:cNvSpPr>
            <a:spLocks noGrp="1"/>
          </p:cNvSpPr>
          <p:nvPr>
            <p:ph type="title"/>
          </p:nvPr>
        </p:nvSpPr>
        <p:spPr/>
        <p:txBody>
          <a:bodyPr/>
          <a:lstStyle/>
          <a:p>
            <a:r>
              <a:rPr lang="en-US" dirty="0"/>
              <a:t>Project </a:t>
            </a:r>
            <a:r>
              <a:rPr lang="en-US" dirty="0" err="1"/>
              <a:t>Discription</a:t>
            </a:r>
            <a:r>
              <a:rPr lang="en-US" dirty="0"/>
              <a:t> :</a:t>
            </a:r>
            <a:endParaRPr lang="en-IN" dirty="0"/>
          </a:p>
        </p:txBody>
      </p:sp>
      <p:sp>
        <p:nvSpPr>
          <p:cNvPr id="3" name="Content Placeholder 2">
            <a:extLst>
              <a:ext uri="{FF2B5EF4-FFF2-40B4-BE49-F238E27FC236}">
                <a16:creationId xmlns:a16="http://schemas.microsoft.com/office/drawing/2014/main" id="{003F0C37-0454-DA53-DCB0-2FE0D8D0FBF5}"/>
              </a:ext>
            </a:extLst>
          </p:cNvPr>
          <p:cNvSpPr>
            <a:spLocks noGrp="1"/>
          </p:cNvSpPr>
          <p:nvPr>
            <p:ph idx="1"/>
          </p:nvPr>
        </p:nvSpPr>
        <p:spPr/>
        <p:txBody>
          <a:bodyPr>
            <a:normAutofit lnSpcReduction="10000"/>
          </a:bodyPr>
          <a:lstStyle/>
          <a:p>
            <a:r>
              <a:rPr lang="en-IN" b="1" dirty="0" err="1"/>
              <a:t>SeasonSense</a:t>
            </a:r>
            <a:r>
              <a:rPr lang="en-IN" b="1" dirty="0"/>
              <a:t> Analytics is a data visualization project designed to </a:t>
            </a:r>
            <a:r>
              <a:rPr lang="en-IN" b="1" dirty="0" err="1"/>
              <a:t>analyze</a:t>
            </a:r>
            <a:r>
              <a:rPr lang="en-IN" b="1" dirty="0"/>
              <a:t> seasonal agricultural performance using the provided agricultural dataset. The project explores how agricultural performance varies across different seasons by examining factors such as crop production, environmental conditions, farming practices, resource availability, and related agricultural indicators.</a:t>
            </a:r>
            <a:endParaRPr lang="en-IN" dirty="0"/>
          </a:p>
          <a:p>
            <a:r>
              <a:rPr lang="en-IN" b="1" dirty="0"/>
              <a:t>An interactive dashboard is used to visualize the data through KPIs, charts, filters, and insights, helping users identify meaningful patterns, trends, relationships, and variations in agricultural performance across seasons.</a:t>
            </a:r>
            <a:endParaRPr lang="en-IN" dirty="0"/>
          </a:p>
          <a:p>
            <a:endParaRPr lang="en-IN" dirty="0"/>
          </a:p>
        </p:txBody>
      </p:sp>
    </p:spTree>
    <p:extLst>
      <p:ext uri="{BB962C8B-B14F-4D97-AF65-F5344CB8AC3E}">
        <p14:creationId xmlns:p14="http://schemas.microsoft.com/office/powerpoint/2010/main" val="2290673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65901-9E8F-EB24-F2B9-715E7904020C}"/>
              </a:ext>
            </a:extLst>
          </p:cNvPr>
          <p:cNvSpPr>
            <a:spLocks noGrp="1"/>
          </p:cNvSpPr>
          <p:nvPr>
            <p:ph type="title"/>
          </p:nvPr>
        </p:nvSpPr>
        <p:spPr/>
        <p:txBody>
          <a:bodyPr/>
          <a:lstStyle/>
          <a:p>
            <a:r>
              <a:rPr lang="en-US" dirty="0"/>
              <a:t>Who Are the End Users ?</a:t>
            </a:r>
            <a:endParaRPr lang="en-IN" dirty="0"/>
          </a:p>
        </p:txBody>
      </p:sp>
      <p:sp>
        <p:nvSpPr>
          <p:cNvPr id="3" name="Content Placeholder 2">
            <a:extLst>
              <a:ext uri="{FF2B5EF4-FFF2-40B4-BE49-F238E27FC236}">
                <a16:creationId xmlns:a16="http://schemas.microsoft.com/office/drawing/2014/main" id="{EABE5823-E062-65EE-8F46-B7BB2830306E}"/>
              </a:ext>
            </a:extLst>
          </p:cNvPr>
          <p:cNvSpPr>
            <a:spLocks noGrp="1"/>
          </p:cNvSpPr>
          <p:nvPr>
            <p:ph idx="1"/>
          </p:nvPr>
        </p:nvSpPr>
        <p:spPr/>
        <p:txBody>
          <a:bodyPr/>
          <a:lstStyle/>
          <a:p>
            <a:pPr marL="0" indent="0">
              <a:buNone/>
            </a:pPr>
            <a:r>
              <a:rPr lang="en-IN" b="1" dirty="0"/>
              <a:t>• Farmers – To understand seasonal patterns and agricultural performance.</a:t>
            </a:r>
            <a:br>
              <a:rPr lang="en-IN" dirty="0"/>
            </a:br>
            <a:r>
              <a:rPr lang="en-IN" b="1" dirty="0"/>
              <a:t>• Agricultural Analysts – To </a:t>
            </a:r>
            <a:r>
              <a:rPr lang="en-IN" b="1" dirty="0" err="1"/>
              <a:t>analyze</a:t>
            </a:r>
            <a:r>
              <a:rPr lang="en-IN" b="1" dirty="0"/>
              <a:t> trends and relationships in agricultural data.</a:t>
            </a:r>
            <a:br>
              <a:rPr lang="en-IN" dirty="0"/>
            </a:br>
            <a:r>
              <a:rPr lang="en-IN" b="1" dirty="0"/>
              <a:t>• Agricultural Researchers – To study seasonal variations and identify useful patterns.</a:t>
            </a:r>
            <a:br>
              <a:rPr lang="en-IN" dirty="0"/>
            </a:br>
            <a:r>
              <a:rPr lang="en-IN" b="1" dirty="0"/>
              <a:t>• Government &amp; Agricultural Departments – To support data-driven agricultural planning and decision-making.</a:t>
            </a:r>
            <a:br>
              <a:rPr lang="en-IN" dirty="0"/>
            </a:br>
            <a:r>
              <a:rPr lang="en-IN" b="1" dirty="0"/>
              <a:t>• Agribusiness Stakeholders – To understand production, resource, and seasonal trends.</a:t>
            </a:r>
            <a:endParaRPr lang="en-IN" dirty="0"/>
          </a:p>
        </p:txBody>
      </p:sp>
    </p:spTree>
    <p:extLst>
      <p:ext uri="{BB962C8B-B14F-4D97-AF65-F5344CB8AC3E}">
        <p14:creationId xmlns:p14="http://schemas.microsoft.com/office/powerpoint/2010/main" val="3428078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5B476-1749-1003-32D1-F459B79B9097}"/>
              </a:ext>
            </a:extLst>
          </p:cNvPr>
          <p:cNvSpPr>
            <a:spLocks noGrp="1"/>
          </p:cNvSpPr>
          <p:nvPr>
            <p:ph type="title"/>
          </p:nvPr>
        </p:nvSpPr>
        <p:spPr>
          <a:xfrm>
            <a:off x="3657600" y="681038"/>
            <a:ext cx="7696200" cy="1516730"/>
          </a:xfrm>
        </p:spPr>
        <p:txBody>
          <a:bodyPr/>
          <a:lstStyle/>
          <a:p>
            <a:r>
              <a:rPr lang="en-US" dirty="0"/>
              <a:t>Technology Used</a:t>
            </a:r>
            <a:endParaRPr lang="en-IN" dirty="0"/>
          </a:p>
        </p:txBody>
      </p:sp>
      <p:sp>
        <p:nvSpPr>
          <p:cNvPr id="3" name="Content Placeholder 2">
            <a:extLst>
              <a:ext uri="{FF2B5EF4-FFF2-40B4-BE49-F238E27FC236}">
                <a16:creationId xmlns:a16="http://schemas.microsoft.com/office/drawing/2014/main" id="{BE73CB4B-0727-6964-14A7-502D807FA65C}"/>
              </a:ext>
            </a:extLst>
          </p:cNvPr>
          <p:cNvSpPr>
            <a:spLocks noGrp="1"/>
          </p:cNvSpPr>
          <p:nvPr>
            <p:ph idx="1"/>
          </p:nvPr>
        </p:nvSpPr>
        <p:spPr>
          <a:xfrm>
            <a:off x="838200" y="2374231"/>
            <a:ext cx="10515600" cy="3802731"/>
          </a:xfrm>
        </p:spPr>
        <p:txBody>
          <a:bodyPr/>
          <a:lstStyle/>
          <a:p>
            <a:pPr marL="0" indent="0">
              <a:buNone/>
            </a:pPr>
            <a:r>
              <a:rPr lang="en-IN" b="1" dirty="0"/>
              <a:t>Programming Language:</a:t>
            </a:r>
            <a:r>
              <a:rPr lang="en-IN" dirty="0"/>
              <a:t> Python</a:t>
            </a:r>
            <a:br>
              <a:rPr lang="en-IN" dirty="0"/>
            </a:br>
            <a:r>
              <a:rPr lang="en-IN" b="1" dirty="0"/>
              <a:t>Data Analysis:</a:t>
            </a:r>
            <a:r>
              <a:rPr lang="en-IN" dirty="0"/>
              <a:t> Pandas, NumPy</a:t>
            </a:r>
            <a:br>
              <a:rPr lang="en-IN" dirty="0"/>
            </a:br>
            <a:r>
              <a:rPr lang="en-IN" b="1" dirty="0"/>
              <a:t>Data Visualization:</a:t>
            </a:r>
            <a:r>
              <a:rPr lang="en-IN" dirty="0"/>
              <a:t> </a:t>
            </a:r>
            <a:r>
              <a:rPr lang="en-IN" dirty="0" err="1"/>
              <a:t>Plotly</a:t>
            </a:r>
            <a:r>
              <a:rPr lang="en-IN" dirty="0"/>
              <a:t>, Matplotlib</a:t>
            </a:r>
            <a:br>
              <a:rPr lang="en-IN" dirty="0"/>
            </a:br>
            <a:r>
              <a:rPr lang="en-IN" b="1" dirty="0"/>
              <a:t>Dashboard:</a:t>
            </a:r>
            <a:r>
              <a:rPr lang="en-IN" dirty="0"/>
              <a:t> Lovable</a:t>
            </a:r>
            <a:br>
              <a:rPr lang="en-IN" dirty="0"/>
            </a:br>
            <a:r>
              <a:rPr lang="en-IN" b="1" dirty="0"/>
              <a:t>Data Source:</a:t>
            </a:r>
            <a:r>
              <a:rPr lang="en-IN" dirty="0"/>
              <a:t> Agricultural Performance Dataset (CSV)</a:t>
            </a:r>
            <a:br>
              <a:rPr lang="en-IN" dirty="0"/>
            </a:br>
            <a:r>
              <a:rPr lang="en-IN" b="1" dirty="0"/>
              <a:t>Development Tools:</a:t>
            </a:r>
            <a:r>
              <a:rPr lang="en-IN" dirty="0"/>
              <a:t> Jupyter Notebook, GitHub</a:t>
            </a:r>
          </a:p>
        </p:txBody>
      </p:sp>
    </p:spTree>
    <p:extLst>
      <p:ext uri="{BB962C8B-B14F-4D97-AF65-F5344CB8AC3E}">
        <p14:creationId xmlns:p14="http://schemas.microsoft.com/office/powerpoint/2010/main" val="2746189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E03E0-2E82-1489-8FA0-0DA5EB68867F}"/>
              </a:ext>
            </a:extLst>
          </p:cNvPr>
          <p:cNvSpPr>
            <a:spLocks noGrp="1"/>
          </p:cNvSpPr>
          <p:nvPr>
            <p:ph type="title"/>
          </p:nvPr>
        </p:nvSpPr>
        <p:spPr/>
        <p:txBody>
          <a:bodyPr/>
          <a:lstStyle/>
          <a:p>
            <a:r>
              <a:rPr lang="en-US" dirty="0"/>
              <a:t>RESULTS </a:t>
            </a:r>
            <a:endParaRPr lang="en-IN" dirty="0"/>
          </a:p>
        </p:txBody>
      </p:sp>
      <p:pic>
        <p:nvPicPr>
          <p:cNvPr id="5" name="Content Placeholder 4">
            <a:extLst>
              <a:ext uri="{FF2B5EF4-FFF2-40B4-BE49-F238E27FC236}">
                <a16:creationId xmlns:a16="http://schemas.microsoft.com/office/drawing/2014/main" id="{7D4C3D5F-D8FA-B519-69A5-AF9BE46B93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08562" y="1825625"/>
            <a:ext cx="7774876" cy="4351338"/>
          </a:xfrm>
          <a:prstGeom prst="rect">
            <a:avLst/>
          </a:prstGeom>
        </p:spPr>
      </p:pic>
    </p:spTree>
    <p:extLst>
      <p:ext uri="{BB962C8B-B14F-4D97-AF65-F5344CB8AC3E}">
        <p14:creationId xmlns:p14="http://schemas.microsoft.com/office/powerpoint/2010/main" val="2055062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C7E12-03E0-5BA8-4192-94FF3E282E77}"/>
              </a:ext>
            </a:extLst>
          </p:cNvPr>
          <p:cNvSpPr>
            <a:spLocks noGrp="1"/>
          </p:cNvSpPr>
          <p:nvPr>
            <p:ph type="title"/>
          </p:nvPr>
        </p:nvSpPr>
        <p:spPr/>
        <p:txBody>
          <a:bodyPr/>
          <a:lstStyle/>
          <a:p>
            <a:r>
              <a:rPr lang="en-US" dirty="0"/>
              <a:t>RESULTS</a:t>
            </a:r>
            <a:endParaRPr lang="en-IN" dirty="0"/>
          </a:p>
        </p:txBody>
      </p:sp>
      <p:pic>
        <p:nvPicPr>
          <p:cNvPr id="5" name="Content Placeholder 4">
            <a:extLst>
              <a:ext uri="{FF2B5EF4-FFF2-40B4-BE49-F238E27FC236}">
                <a16:creationId xmlns:a16="http://schemas.microsoft.com/office/drawing/2014/main" id="{0371CBBE-1637-4FF6-6D2A-FB1C4265AF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74969" y="1825625"/>
            <a:ext cx="7642062" cy="4351338"/>
          </a:xfrm>
          <a:prstGeom prst="rect">
            <a:avLst/>
          </a:prstGeom>
        </p:spPr>
      </p:pic>
    </p:spTree>
    <p:extLst>
      <p:ext uri="{BB962C8B-B14F-4D97-AF65-F5344CB8AC3E}">
        <p14:creationId xmlns:p14="http://schemas.microsoft.com/office/powerpoint/2010/main" val="3323772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92DAA-3E68-6819-F0DB-ABBC581F6505}"/>
              </a:ext>
            </a:extLst>
          </p:cNvPr>
          <p:cNvSpPr>
            <a:spLocks noGrp="1"/>
          </p:cNvSpPr>
          <p:nvPr>
            <p:ph type="title"/>
          </p:nvPr>
        </p:nvSpPr>
        <p:spPr/>
        <p:txBody>
          <a:bodyPr/>
          <a:lstStyle/>
          <a:p>
            <a:r>
              <a:rPr lang="en-US" dirty="0"/>
              <a:t>RESULTS</a:t>
            </a:r>
            <a:endParaRPr lang="en-IN" dirty="0"/>
          </a:p>
        </p:txBody>
      </p:sp>
      <p:pic>
        <p:nvPicPr>
          <p:cNvPr id="5" name="Content Placeholder 4">
            <a:extLst>
              <a:ext uri="{FF2B5EF4-FFF2-40B4-BE49-F238E27FC236}">
                <a16:creationId xmlns:a16="http://schemas.microsoft.com/office/drawing/2014/main" id="{5C156996-A1BB-9330-97F5-409030B70A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12178" y="1825625"/>
            <a:ext cx="7767644" cy="4351338"/>
          </a:xfrm>
          <a:prstGeom prst="rect">
            <a:avLst/>
          </a:prstGeom>
        </p:spPr>
      </p:pic>
    </p:spTree>
    <p:extLst>
      <p:ext uri="{BB962C8B-B14F-4D97-AF65-F5344CB8AC3E}">
        <p14:creationId xmlns:p14="http://schemas.microsoft.com/office/powerpoint/2010/main" val="2721860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C8333-09AC-08ED-381D-52269ECA854A}"/>
              </a:ext>
            </a:extLst>
          </p:cNvPr>
          <p:cNvSpPr>
            <a:spLocks noGrp="1"/>
          </p:cNvSpPr>
          <p:nvPr>
            <p:ph type="title"/>
          </p:nvPr>
        </p:nvSpPr>
        <p:spPr/>
        <p:txBody>
          <a:bodyPr/>
          <a:lstStyle/>
          <a:p>
            <a:r>
              <a:rPr lang="en-US" dirty="0"/>
              <a:t>RESULTS</a:t>
            </a:r>
            <a:endParaRPr lang="en-IN" dirty="0"/>
          </a:p>
        </p:txBody>
      </p:sp>
      <p:pic>
        <p:nvPicPr>
          <p:cNvPr id="9" name="Content Placeholder 8">
            <a:extLst>
              <a:ext uri="{FF2B5EF4-FFF2-40B4-BE49-F238E27FC236}">
                <a16:creationId xmlns:a16="http://schemas.microsoft.com/office/drawing/2014/main" id="{D2EAD043-30A2-FF02-73C7-90290F4AA7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97673" y="1825625"/>
            <a:ext cx="7796654" cy="4351338"/>
          </a:xfrm>
          <a:prstGeom prst="rect">
            <a:avLst/>
          </a:prstGeom>
        </p:spPr>
      </p:pic>
    </p:spTree>
    <p:extLst>
      <p:ext uri="{BB962C8B-B14F-4D97-AF65-F5344CB8AC3E}">
        <p14:creationId xmlns:p14="http://schemas.microsoft.com/office/powerpoint/2010/main" val="2698577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A4C18-48DC-D51B-B49C-12D4D087ACE6}"/>
              </a:ext>
            </a:extLst>
          </p:cNvPr>
          <p:cNvSpPr>
            <a:spLocks noGrp="1"/>
          </p:cNvSpPr>
          <p:nvPr>
            <p:ph type="title"/>
          </p:nvPr>
        </p:nvSpPr>
        <p:spPr/>
        <p:txBody>
          <a:bodyPr/>
          <a:lstStyle/>
          <a:p>
            <a:r>
              <a:rPr lang="en-US" dirty="0"/>
              <a:t>RESULTS</a:t>
            </a:r>
            <a:endParaRPr lang="en-IN" dirty="0"/>
          </a:p>
        </p:txBody>
      </p:sp>
      <p:pic>
        <p:nvPicPr>
          <p:cNvPr id="5" name="Content Placeholder 4">
            <a:extLst>
              <a:ext uri="{FF2B5EF4-FFF2-40B4-BE49-F238E27FC236}">
                <a16:creationId xmlns:a16="http://schemas.microsoft.com/office/drawing/2014/main" id="{A01C996E-1C97-A7D5-4A89-A6903E68D9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19390" y="1825625"/>
            <a:ext cx="7753219" cy="4351338"/>
          </a:xfrm>
          <a:prstGeom prst="rect">
            <a:avLst/>
          </a:prstGeom>
        </p:spPr>
      </p:pic>
    </p:spTree>
    <p:extLst>
      <p:ext uri="{BB962C8B-B14F-4D97-AF65-F5344CB8AC3E}">
        <p14:creationId xmlns:p14="http://schemas.microsoft.com/office/powerpoint/2010/main" val="4282995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570C-19AA-FFB5-6D8A-FDF0CB214B66}"/>
              </a:ext>
            </a:extLst>
          </p:cNvPr>
          <p:cNvSpPr>
            <a:spLocks noGrp="1"/>
          </p:cNvSpPr>
          <p:nvPr>
            <p:ph type="title"/>
          </p:nvPr>
        </p:nvSpPr>
        <p:spPr>
          <a:xfrm>
            <a:off x="950495" y="681038"/>
            <a:ext cx="10515600" cy="1596941"/>
          </a:xfrm>
        </p:spPr>
        <p:txBody>
          <a:bodyPr/>
          <a:lstStyle/>
          <a:p>
            <a:r>
              <a:rPr lang="en-US" dirty="0"/>
              <a:t>Future Scope</a:t>
            </a:r>
            <a:endParaRPr lang="en-IN" dirty="0"/>
          </a:p>
        </p:txBody>
      </p:sp>
      <p:sp>
        <p:nvSpPr>
          <p:cNvPr id="3" name="Content Placeholder 2">
            <a:extLst>
              <a:ext uri="{FF2B5EF4-FFF2-40B4-BE49-F238E27FC236}">
                <a16:creationId xmlns:a16="http://schemas.microsoft.com/office/drawing/2014/main" id="{7528BD56-9B64-5C1A-1572-9E87C9F0B9BA}"/>
              </a:ext>
            </a:extLst>
          </p:cNvPr>
          <p:cNvSpPr>
            <a:spLocks noGrp="1"/>
          </p:cNvSpPr>
          <p:nvPr>
            <p:ph idx="1"/>
          </p:nvPr>
        </p:nvSpPr>
        <p:spPr>
          <a:xfrm>
            <a:off x="838200" y="2502567"/>
            <a:ext cx="10515600" cy="3674395"/>
          </a:xfrm>
        </p:spPr>
        <p:txBody>
          <a:bodyPr/>
          <a:lstStyle/>
          <a:p>
            <a:pPr marL="0" indent="0">
              <a:buNone/>
            </a:pPr>
            <a:r>
              <a:rPr lang="en-IN" b="1" dirty="0"/>
              <a:t>• Integrate real-time agricultural and weather data.</a:t>
            </a:r>
            <a:br>
              <a:rPr lang="en-IN" dirty="0"/>
            </a:br>
            <a:r>
              <a:rPr lang="en-IN" b="1" dirty="0"/>
              <a:t>• Add advanced predictive analytics for crop performance.</a:t>
            </a:r>
            <a:br>
              <a:rPr lang="en-IN" dirty="0"/>
            </a:br>
            <a:r>
              <a:rPr lang="en-IN" b="1" dirty="0"/>
              <a:t>• Provide more detailed regional and crop-level analysis.</a:t>
            </a:r>
            <a:br>
              <a:rPr lang="en-IN" dirty="0"/>
            </a:br>
            <a:r>
              <a:rPr lang="en-IN" b="1" dirty="0"/>
              <a:t>• Develop mobile-friendly access for farmers and agricultural stakeholders.</a:t>
            </a:r>
            <a:br>
              <a:rPr lang="en-IN" dirty="0"/>
            </a:br>
            <a:r>
              <a:rPr lang="en-IN" b="1" dirty="0"/>
              <a:t>• Enhance the dashboard with additional interactive visualizations and decision-support features.</a:t>
            </a:r>
            <a:endParaRPr lang="en-IN" dirty="0"/>
          </a:p>
        </p:txBody>
      </p:sp>
    </p:spTree>
    <p:extLst>
      <p:ext uri="{BB962C8B-B14F-4D97-AF65-F5344CB8AC3E}">
        <p14:creationId xmlns:p14="http://schemas.microsoft.com/office/powerpoint/2010/main" val="2584423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B4FD8-3420-5D58-9B93-BEA55FB69E37}"/>
              </a:ext>
            </a:extLst>
          </p:cNvPr>
          <p:cNvSpPr>
            <a:spLocks noGrp="1"/>
          </p:cNvSpPr>
          <p:nvPr>
            <p:ph type="title"/>
          </p:nvPr>
        </p:nvSpPr>
        <p:spPr/>
        <p:txBody>
          <a:bodyPr/>
          <a:lstStyle/>
          <a:p>
            <a:r>
              <a:rPr lang="en-US" dirty="0"/>
              <a:t>GitHub Link</a:t>
            </a:r>
            <a:endParaRPr lang="en-IN" dirty="0"/>
          </a:p>
        </p:txBody>
      </p:sp>
      <p:sp>
        <p:nvSpPr>
          <p:cNvPr id="3" name="Content Placeholder 2">
            <a:extLst>
              <a:ext uri="{FF2B5EF4-FFF2-40B4-BE49-F238E27FC236}">
                <a16:creationId xmlns:a16="http://schemas.microsoft.com/office/drawing/2014/main" id="{AF0B0BA8-8D2F-E65D-542E-7A8BFB726D74}"/>
              </a:ext>
            </a:extLst>
          </p:cNvPr>
          <p:cNvSpPr>
            <a:spLocks noGrp="1"/>
          </p:cNvSpPr>
          <p:nvPr>
            <p:ph idx="1"/>
          </p:nvPr>
        </p:nvSpPr>
        <p:spPr/>
        <p:txBody>
          <a:bodyPr/>
          <a:lstStyle/>
          <a:p>
            <a:r>
              <a:rPr lang="en-IN" dirty="0">
                <a:hlinkClick r:id="rId2"/>
              </a:rPr>
              <a:t>https://github.com/peterulikhitha18/SeasonSense_Analytics</a:t>
            </a:r>
            <a:endParaRPr lang="en-IN" dirty="0"/>
          </a:p>
        </p:txBody>
      </p:sp>
    </p:spTree>
    <p:extLst>
      <p:ext uri="{BB962C8B-B14F-4D97-AF65-F5344CB8AC3E}">
        <p14:creationId xmlns:p14="http://schemas.microsoft.com/office/powerpoint/2010/main" val="1498255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D215A-556C-6C0F-AB2A-755F44A30202}"/>
              </a:ext>
            </a:extLst>
          </p:cNvPr>
          <p:cNvSpPr>
            <a:spLocks noGrp="1"/>
          </p:cNvSpPr>
          <p:nvPr>
            <p:ph type="title"/>
          </p:nvPr>
        </p:nvSpPr>
        <p:spPr/>
        <p:txBody>
          <a:bodyPr/>
          <a:lstStyle/>
          <a:p>
            <a:r>
              <a:rPr lang="en-IN" b="1" dirty="0"/>
              <a:t>VOIS Data Visualization course completion certificate</a:t>
            </a:r>
            <a:r>
              <a:rPr lang="en-IN" dirty="0"/>
              <a:t>.</a:t>
            </a:r>
          </a:p>
        </p:txBody>
      </p:sp>
      <p:pic>
        <p:nvPicPr>
          <p:cNvPr id="5" name="Content Placeholder 4">
            <a:extLst>
              <a:ext uri="{FF2B5EF4-FFF2-40B4-BE49-F238E27FC236}">
                <a16:creationId xmlns:a16="http://schemas.microsoft.com/office/drawing/2014/main" id="{54F8CD56-F1B2-8A72-DFFE-3E9FB77E691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00186" y="1825625"/>
            <a:ext cx="6191627" cy="4351338"/>
          </a:xfrm>
          <a:prstGeom prst="rect">
            <a:avLst/>
          </a:prstGeom>
        </p:spPr>
      </p:pic>
    </p:spTree>
    <p:extLst>
      <p:ext uri="{BB962C8B-B14F-4D97-AF65-F5344CB8AC3E}">
        <p14:creationId xmlns:p14="http://schemas.microsoft.com/office/powerpoint/2010/main" val="2227846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7CA28-B681-1F24-238A-FB17E8CBD898}"/>
              </a:ext>
            </a:extLst>
          </p:cNvPr>
          <p:cNvSpPr>
            <a:spLocks noGrp="1"/>
          </p:cNvSpPr>
          <p:nvPr>
            <p:ph type="title"/>
          </p:nvPr>
        </p:nvSpPr>
        <p:spPr>
          <a:xfrm>
            <a:off x="3559277" y="983227"/>
            <a:ext cx="7285186" cy="4086078"/>
          </a:xfrm>
        </p:spPr>
        <p:txBody>
          <a:bodyPr>
            <a:normAutofit/>
          </a:bodyPr>
          <a:lstStyle/>
          <a:p>
            <a:r>
              <a:rPr lang="en-IN" sz="6000" dirty="0"/>
              <a:t>Thank You</a:t>
            </a:r>
          </a:p>
        </p:txBody>
      </p:sp>
      <p:sp>
        <p:nvSpPr>
          <p:cNvPr id="3" name="Content Placeholder 2">
            <a:extLst>
              <a:ext uri="{FF2B5EF4-FFF2-40B4-BE49-F238E27FC236}">
                <a16:creationId xmlns:a16="http://schemas.microsoft.com/office/drawing/2014/main" id="{18945249-06FE-0366-8D7B-B32A3523AA84}"/>
              </a:ext>
            </a:extLst>
          </p:cNvPr>
          <p:cNvSpPr>
            <a:spLocks noGrp="1"/>
          </p:cNvSpPr>
          <p:nvPr>
            <p:ph idx="1"/>
          </p:nvPr>
        </p:nvSpPr>
        <p:spPr>
          <a:xfrm flipH="1">
            <a:off x="883920" y="5329084"/>
            <a:ext cx="4071538" cy="806246"/>
          </a:xfrm>
        </p:spPr>
        <p:txBody>
          <a:bodyPr>
            <a:noAutofit/>
          </a:bodyPr>
          <a:lstStyle/>
          <a:p>
            <a:endParaRPr lang="en-IN" dirty="0"/>
          </a:p>
        </p:txBody>
      </p:sp>
    </p:spTree>
    <p:extLst>
      <p:ext uri="{BB962C8B-B14F-4D97-AF65-F5344CB8AC3E}">
        <p14:creationId xmlns:p14="http://schemas.microsoft.com/office/powerpoint/2010/main" val="36936379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407</Words>
  <Application>Microsoft Office PowerPoint</Application>
  <PresentationFormat>Widescreen</PresentationFormat>
  <Paragraphs>25</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 SeasonSense Analytics: Seasonal Agriculture Performance Analysis</vt:lpstr>
      <vt:lpstr>Problem Statement :</vt:lpstr>
      <vt:lpstr>Project Discription :</vt:lpstr>
      <vt:lpstr>Who Are the End Users ?</vt:lpstr>
      <vt:lpstr>Technology Used</vt:lpstr>
      <vt:lpstr>RESULTS </vt:lpstr>
      <vt:lpstr>RESULTS</vt:lpstr>
      <vt:lpstr>RESULTS</vt:lpstr>
      <vt:lpstr>RESULTS</vt:lpstr>
      <vt:lpstr>RESULTS</vt:lpstr>
      <vt:lpstr>Future Scope</vt:lpstr>
      <vt:lpstr>GitHub Link</vt:lpstr>
      <vt:lpstr>VOIS Data Visualization course completion certificate.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peterulikhitha18@outlook.com</dc:creator>
  <cp:lastModifiedBy>peterulikhitha18@outlook.com</cp:lastModifiedBy>
  <cp:revision>2</cp:revision>
  <dcterms:created xsi:type="dcterms:W3CDTF">2026-09-10T16:03:12Z</dcterms:created>
  <dcterms:modified xsi:type="dcterms:W3CDTF">2026-09-12T16:02:13Z</dcterms:modified>
</cp:coreProperties>
</file>